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E0D0"/>
                </a:solidFill>
              </a:defRPr>
            </a:pPr>
            <a:r>
              <a:t>🚗 智能车载视觉系统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基于 YOLOv8 的车道检测与距离估计系统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486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B4B4B4"/>
                </a:solidFill>
              </a:defRPr>
            </a:pPr>
            <a:r>
              <a:t>Advanced Driver Assistance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0D0"/>
                </a:solidFill>
              </a:defRPr>
            </a:pPr>
            <a:r>
              <a:t>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>
                <a:solidFill>
                  <a:srgbClr val="00E0D0"/>
                </a:solidFill>
              </a:defRPr>
            </a:pPr>
            <a:r>
              <a:t>项目简介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本系统是一个基于YOLOv8深度学习模型的智能车载视觉系统，集成了目标检测、车道线检测、距离估计和3D可视化四大核心模块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核心目标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实时识别前方道路环境中的车辆、行人、交通标志等目标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精准检测车道线并计算车道参数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基于单目相机实现目标距离估计与风险等级评估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通过3D可视化直观展示检测结果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应用价值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为高级驾驶辅助系统(ADAS)提供感知能力支撑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实现前方碰撞预警、车道偏离警告等安全功能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00E0D0"/>
                </a:solidFill>
              </a:defRPr>
            </a:pPr>
            <a:r>
              <a:t>系统架构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00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00E0D0"/>
                </a:solidFill>
              </a:defRPr>
            </a:pPr>
            <a:r>
              <a:t>输入模块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摄像头/视频文件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46304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00C8FF"/>
                </a:solidFill>
              </a:defRPr>
            </a:pPr>
            <a:r>
              <a:t>目标检测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YOLOv8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00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00FF64"/>
                </a:solidFill>
              </a:defRPr>
            </a:pPr>
            <a:r>
              <a:t>车道线检测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OpenCV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A500"/>
                </a:solidFill>
              </a:defRPr>
            </a:pPr>
            <a:r>
              <a:t>距离估计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几何模型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01752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FF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10896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64C8"/>
                </a:solidFill>
              </a:defRPr>
            </a:pPr>
            <a:r>
              <a:t>3D可视化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立方体投影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64C8FF"/>
                </a:solidFill>
              </a:defRPr>
            </a:pPr>
            <a:r>
              <a:t>界面展示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PyQt5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0D0"/>
                </a:solidFill>
              </a:defRPr>
            </a:pPr>
            <a:r>
              <a:t>核心模块一：YOLOv8目标检测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>
                <a:solidFill>
                  <a:srgbClr val="00E0D0"/>
                </a:solidFill>
              </a:defRPr>
            </a:pPr>
            <a:r>
              <a:t>技术选型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采用 YOLOv8n 轻量化模型，平衡检测精度与推理速度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支持 COCO 数据集 80 个类别检测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检测目标类别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🚗 车辆类：car、truck、bus、motorcycle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🚶 行人类：person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🚦 交通类：traffic light、stop sign、fire hydrant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关键参数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置信度阈值：0.4（过滤低置信度检测）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IOU阈值：0.45（NMS非极大值抑制）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输出信息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类别ID、名称、置信度、边界框坐标、真实尺寸参数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0D0"/>
                </a:solidFill>
              </a:defRPr>
            </a:pPr>
            <a:r>
              <a:t>核心模块二：车道线检测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>
                <a:solidFill>
                  <a:srgbClr val="00E0D0"/>
                </a:solidFill>
              </a:defRPr>
            </a:pPr>
            <a:r>
              <a:t>技术方案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传统计算机视觉方法：颜色阈值 + 边缘检测 + 滑动窗口 + 多项式拟合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处理流程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1. 颜色阈值分割：提取白色和黄色车道线像素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2. 边缘检测：Canny算子提取边缘特征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3. ROI掩码：限定前方道路区域，排除干扰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4. 透视变换：转换为鸟瞰图视角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5. 滑动窗口：搜索左右车道线像素位置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6. 多项式拟合：二次多项式描述车道曲线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输出信息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左右车道线坐标序列、中心线、曲率、车道宽度（米）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0D0"/>
                </a:solidFill>
              </a:defRPr>
            </a:pPr>
            <a:r>
              <a:t>核心模块三：单目距离估计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>
                <a:solidFill>
                  <a:srgbClr val="00E0D0"/>
                </a:solidFill>
              </a:defRPr>
            </a:pPr>
            <a:r>
              <a:t>技术原理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基于针孔相机模型和相似三角形原理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距离公式：z = (真实高度 × 焦距) / 像素高度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关键参数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相机焦距：根据视场角估算（70度 → 951像素）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目标真实尺寸：car(1.5m)、person(1.7m)、truck(3.5m)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优化策略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指数移动平均(EMA)：平滑帧间波动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分类处理：车辆/行人用高度，交通标志用宽度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风险等级分类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🔴 HIGH：&lt;5米（危险）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🟠 MEDIUM：5-15米（警告）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🟡 LOW：15-30米（注意）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🟢 SAFE：&gt;30米（安全）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0D0"/>
                </a:solidFill>
              </a:defRPr>
            </a:pPr>
            <a:r>
              <a:t>核心模块四：3D可视化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>
                <a:solidFill>
                  <a:srgbClr val="00E0D0"/>
                </a:solidFill>
              </a:defRPr>
            </a:pPr>
            <a:r>
              <a:t>可视化策略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黑底风格，突出目标检测效果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不同目标类型采用差异化展示方式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目标可视化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🚗 车辆：12边立方体投影 + 地面投射点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🚶 行人：人体框 + 头部/脚部标记点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🚦 交通标志：矩形框 + 支撑柱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视图类型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原始视图：纯摄像头画面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车道线视图：原始+鸟瞰图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3D目标视图：黑底+3D立方体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综合视图：车道+3D+信息面板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信息面板：统计数据展示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00E0D0"/>
                </a:solidFill>
              </a:defRPr>
            </a:pPr>
            <a:r>
              <a:t>技术栈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326496"/>
                </a:solidFill>
              </a:defRPr>
            </a:pPr>
            <a:r>
              <a:t>Python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3.10+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46304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6464"/>
                </a:solidFill>
              </a:defRPr>
            </a:pPr>
            <a:r>
              <a:t>PyTorch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深度学习框架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00C8FF"/>
                </a:solidFill>
              </a:defRPr>
            </a:pPr>
            <a:r>
              <a:t>Ultralytics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YOLOv8实现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00C864"/>
                </a:solidFill>
              </a:defRPr>
            </a:pPr>
            <a:r>
              <a:t>OpenCV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图像处理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01752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6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10896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6464FF"/>
                </a:solidFill>
              </a:defRPr>
            </a:pPr>
            <a:r>
              <a:t>PyQt5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图形界面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2560320" cy="1371600"/>
          </a:xfrm>
          <a:prstGeom prst="roundRect">
            <a:avLst/>
          </a:prstGeom>
          <a:solidFill>
            <a:srgbClr val="1A1A1A"/>
          </a:solidFill>
          <a:ln w="3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969696"/>
                </a:solidFill>
              </a:defRPr>
            </a:pPr>
            <a:r>
              <a:t>NumPy/SciPy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数值计算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0D0"/>
                </a:solidFill>
              </a:defRPr>
            </a:pPr>
            <a:r>
              <a:t>项目结构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00E0D0"/>
                </a:solidFill>
              </a:defRPr>
            </a:pPr>
            <a:r>
              <a:t>功能演示 - 五大视图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0064FF"/>
                </a:solidFill>
              </a:defRPr>
            </a:pPr>
            <a:r>
              <a:t>📷 原始视图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纯摄像头实时画面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无任何叠加处理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作为参考基准</a:t>
            </a:r>
          </a:p>
          <a:p>
            <a:pPr>
              <a:defRPr sz="1500">
                <a:solidFill>
                  <a:srgbClr val="B4B4B4"/>
                </a:solidFill>
              </a:defRPr>
            </a:pP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🛣️ 车道线检测视图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上半：原始画面+车道线标注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下半：鸟瞰图视角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显示左右车道线和中心线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0064FF"/>
                </a:solidFill>
              </a:defRPr>
            </a:pPr>
            <a:r>
              <a:t>🎯 3D目标检测视图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黑色背景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- 3D立方体投影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目标距离标注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风险等级颜色标记</a:t>
            </a:r>
          </a:p>
          <a:p>
            <a:pPr>
              <a:defRPr sz="1500">
                <a:solidFill>
                  <a:srgbClr val="B4B4B4"/>
                </a:solidFill>
              </a:defRPr>
            </a:pP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🔗 综合视图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融合车道线和目标检测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- 3D立方体展示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左侧信息面板</a:t>
            </a:r>
          </a:p>
          <a:p>
            <a:pPr>
              <a:defRPr sz="1500">
                <a:solidFill>
                  <a:srgbClr val="B4B4B4"/>
                </a:solidFill>
              </a:defRPr>
            </a:pPr>
            <a:r>
              <a:t>- 完整道路环境感知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0D0"/>
                </a:solidFill>
              </a:defRPr>
            </a:pPr>
            <a:r>
              <a:t>快速开始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0D0"/>
                </a:solidFill>
              </a:defRPr>
            </a:pPr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>
                <a:solidFill>
                  <a:srgbClr val="00E0D0"/>
                </a:solidFill>
              </a:defRPr>
            </a:pPr>
            <a:r>
              <a:t>项目成果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成功实现基于YOLOv8的智能车载视觉系统原型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集成目标检测、车道线检测、距离估计、3D可视化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提供友好的PyQt5图形界面，支持多视图展示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未来改进方向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引入更先进的车道线检测算法（深度学习）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实现目标跟踪功能，提升距离估计稳定性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支持多摄像头融合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部署到嵌入式平台（如NVIDIA Jetson）</a:t>
            </a:r>
          </a:p>
          <a:p>
            <a:pPr>
              <a:defRPr sz="1600" b="1">
                <a:solidFill>
                  <a:srgbClr val="00E0D0"/>
                </a:solidFill>
              </a:defRPr>
            </a:pPr>
            <a:r>
              <a:t>应用前景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自动驾驶领域的感知系统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智能交通监控系统</a:t>
            </a:r>
          </a:p>
          <a:p>
            <a:pPr lvl="1">
              <a:defRPr sz="1600" b="0">
                <a:solidFill>
                  <a:srgbClr val="B4B4B4"/>
                </a:solidFill>
              </a:defRPr>
            </a:pPr>
            <a:r>
              <a:t>辅助驾驶教学系统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E0D0"/>
                </a:solidFill>
              </a:defRPr>
            </a:pPr>
            <a:r>
              <a:t>🎉 谢谢观看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智能车载视觉系统 - 基于YOLOv8的车道检测与距离估计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486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400">
                <a:solidFill>
                  <a:srgbClr val="B4B4B4"/>
                </a:solidFill>
              </a:defRPr>
            </a:pPr>
            <a:r>
              <a:t>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